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anropeSemiBold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anrope-regular.fntdata"/><Relationship Id="rId6" Type="http://schemas.openxmlformats.org/officeDocument/2006/relationships/slide" Target="slides/slide1.xml"/><Relationship Id="rId18" Type="http://schemas.openxmlformats.org/officeDocument/2006/relationships/font" Target="fonts/Manrope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different is it from any of the other existing ideas?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it be able to solve the problem?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USP of the proposed solution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